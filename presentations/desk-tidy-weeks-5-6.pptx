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f45ce5da6c48d1" /><Relationship Type="http://schemas.openxmlformats.org/officeDocument/2006/relationships/extended-properties" Target="/docProps/app.xml" Id="Rb729076ae48b41dc" /><Relationship Type="http://schemas.openxmlformats.org/officeDocument/2006/relationships/officeDocument" Target="/ppt/presentation.xml" Id="R7a41385e69d149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c36dece1034d80"/>
  </p:sldMasterIdLst>
  <p:notesMasterIdLst>
    <p:notesMasterId xmlns:r="http://schemas.openxmlformats.org/officeDocument/2006/relationships" r:id="R950aa6779dd24356"/>
  </p:notesMasterIdLst>
  <p:sldIdLst>
    <p:sldId xmlns:r="http://schemas.openxmlformats.org/officeDocument/2006/relationships" id="256" r:id="R80189d20ec6c4fde"/>
    <p:sldId xmlns:r="http://schemas.openxmlformats.org/officeDocument/2006/relationships" id="257" r:id="Rddaa359c3789433d"/>
    <p:sldId xmlns:r="http://schemas.openxmlformats.org/officeDocument/2006/relationships" id="258" r:id="Rd264011ed58b413b"/>
    <p:sldId xmlns:r="http://schemas.openxmlformats.org/officeDocument/2006/relationships" id="259" r:id="R57b2f066a651405b"/>
    <p:sldId xmlns:r="http://schemas.openxmlformats.org/officeDocument/2006/relationships" id="260" r:id="Ra54aeecba36242a5"/>
    <p:sldId xmlns:r="http://schemas.openxmlformats.org/officeDocument/2006/relationships" id="261" r:id="R82c6370417e44758"/>
    <p:sldId xmlns:r="http://schemas.openxmlformats.org/officeDocument/2006/relationships" id="262" r:id="R5a1da3cdafd0481f"/>
    <p:sldId xmlns:r="http://schemas.openxmlformats.org/officeDocument/2006/relationships" id="263" r:id="R75697327043949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ec61598ab04d6e" /><Relationship Type="http://schemas.openxmlformats.org/officeDocument/2006/relationships/slideMaster" Target="/ppt/slideMasters/slideMaster1.xml" Id="R2dc36dece1034d80" /><Relationship Type="http://schemas.openxmlformats.org/officeDocument/2006/relationships/notesMaster" Target="/ppt/notesMasters/notesMaster1.xml" Id="R950aa6779dd24356" /><Relationship Type="http://schemas.openxmlformats.org/officeDocument/2006/relationships/presProps" Target="/ppt/presProps.xml" Id="R23c896b3cc354581" /><Relationship Type="http://schemas.openxmlformats.org/officeDocument/2006/relationships/tableStyles" Target="/ppt/tableStyles.xml" Id="Ra083a6a125ef46ed" /><Relationship Type="http://schemas.openxmlformats.org/officeDocument/2006/relationships/slide" Target="/ppt/slides/slide1.xml" Id="R80189d20ec6c4fde" /><Relationship Type="http://schemas.openxmlformats.org/officeDocument/2006/relationships/slide" Target="/ppt/slides/slide2.xml" Id="Rddaa359c3789433d" /><Relationship Type="http://schemas.openxmlformats.org/officeDocument/2006/relationships/slide" Target="/ppt/slides/slide3.xml" Id="Rd264011ed58b413b" /><Relationship Type="http://schemas.openxmlformats.org/officeDocument/2006/relationships/slide" Target="/ppt/slides/slide4.xml" Id="R57b2f066a651405b" /><Relationship Type="http://schemas.openxmlformats.org/officeDocument/2006/relationships/slide" Target="/ppt/slides/slide5.xml" Id="Ra54aeecba36242a5" /><Relationship Type="http://schemas.openxmlformats.org/officeDocument/2006/relationships/slide" Target="/ppt/slides/slide6.xml" Id="R82c6370417e44758" /><Relationship Type="http://schemas.openxmlformats.org/officeDocument/2006/relationships/slide" Target="/ppt/slides/slide7.xml" Id="R5a1da3cdafd0481f" /><Relationship Type="http://schemas.openxmlformats.org/officeDocument/2006/relationships/slide" Target="/ppt/slides/slide8.xml" Id="R75697327043949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f39b79495346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d456ed4bd1473e" /><Relationship Type="http://schemas.openxmlformats.org/officeDocument/2006/relationships/notesMaster" Target="/ppt/notesMasters/notesMaster1.xml" Id="R6b7b6d9ebe0041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d239dd63424401" /><Relationship Type="http://schemas.openxmlformats.org/officeDocument/2006/relationships/notesMaster" Target="/ppt/notesMasters/notesMaster1.xml" Id="R91a58ca02b6c42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d56e555ed746f6" /><Relationship Type="http://schemas.openxmlformats.org/officeDocument/2006/relationships/notesMaster" Target="/ppt/notesMasters/notesMaster1.xml" Id="R46f582a9c34744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dc83d7727748e9" /><Relationship Type="http://schemas.openxmlformats.org/officeDocument/2006/relationships/notesMaster" Target="/ppt/notesMasters/notesMaster1.xml" Id="Rba4c224874654a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86ae2bc4af4eb0" /><Relationship Type="http://schemas.openxmlformats.org/officeDocument/2006/relationships/notesMaster" Target="/ppt/notesMasters/notesMaster1.xml" Id="Rf09e7235392246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383a843a4d453a" /><Relationship Type="http://schemas.openxmlformats.org/officeDocument/2006/relationships/notesMaster" Target="/ppt/notesMasters/notesMaster1.xml" Id="R4c2cdf970b1240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78042604824e0a" /><Relationship Type="http://schemas.openxmlformats.org/officeDocument/2006/relationships/notesMaster" Target="/ppt/notesMasters/notesMaster1.xml" Id="Rcd20d825ed1d4a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3abdcbb1c646bd" /><Relationship Type="http://schemas.openxmlformats.org/officeDocument/2006/relationships/notesMaster" Target="/ppt/notesMasters/notesMaster1.xml" Id="Raa79b8c3913844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course theory: weeks5-6/index.html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5cd71ade14c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a274c315eb4a8f" /><Relationship Type="http://schemas.openxmlformats.org/officeDocument/2006/relationships/slideLayout" Target="/ppt/slideLayouts/slideLayout1.xml" Id="R682da98ec3c24a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2da98ec3c24a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63a14518045b5" /><Relationship Type="http://schemas.openxmlformats.org/officeDocument/2006/relationships/notesSlide" Target="/ppt/notesSlides/notesSlide1.xml" Id="R167fec182e9041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765d90ad64cb1" /><Relationship Type="http://schemas.openxmlformats.org/officeDocument/2006/relationships/notesSlide" Target="/ppt/notesSlides/notesSlide2.xml" Id="R5297145b537141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3b47d4c0043f4" /><Relationship Type="http://schemas.openxmlformats.org/officeDocument/2006/relationships/notesSlide" Target="/ppt/notesSlides/notesSlide3.xml" Id="R030f7e53646745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1b29181384018" /><Relationship Type="http://schemas.openxmlformats.org/officeDocument/2006/relationships/notesSlide" Target="/ppt/notesSlides/notesSlide4.xml" Id="R64b3f770c93545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b952ac0094e01" /><Relationship Type="http://schemas.openxmlformats.org/officeDocument/2006/relationships/notesSlide" Target="/ppt/notesSlides/notesSlide5.xml" Id="R978bfd8988a949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361c783614fd0" /><Relationship Type="http://schemas.openxmlformats.org/officeDocument/2006/relationships/notesSlide" Target="/ppt/notesSlides/notesSlide6.xml" Id="R035cc528933448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44bc7c5904157" /><Relationship Type="http://schemas.openxmlformats.org/officeDocument/2006/relationships/notesSlide" Target="/ppt/notesSlides/notesSlide7.xml" Id="Rfb5562f7956545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ad18ced2444e8" /><Relationship Type="http://schemas.openxmlformats.org/officeDocument/2006/relationships/notesSlide" Target="/ppt/notesSlides/notesSlide8.xml" Id="Re91b011ee6ff4bf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64DC542C-CC10-4349-840B-10B5C4DC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before production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F7E4D6EA-E643-4E05-8157-D5481A71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 the theory, check your understanding and save your own evidence.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20C52C8-C8F5-4948-86CB-4211AB8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DESK TIDY · Weeks 5–6</a:t>
            </a:r>
          </a:p>
        </p:txBody>
      </p:sp>
    </p:spTree>
    <p:extLst>
      <p:ext uri="{BB962C8B-B14F-4D97-AF65-F5344CB8AC3E}">
        <p14:creationId xmlns:p14="http://schemas.microsoft.com/office/powerpoint/2010/main" val="13282343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F38A28D6-A016-472B-8E9D-30FBECCE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B9CE0FEF-51C0-4EA1-B8D6-B8797DAE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Weeks 5–6: three connected learning sections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82997E6F-129E-4BF8-9AC6-79F1B915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0362BB6-7EF4-4DED-AB3C-DCADA7E9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070AB5C-EE92-4587-AFA7-4FDD0DBE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1BB47680-0EA5-4476-9BC4-C970FDD8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LEARN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E4954AE-EFDE-4890-A144-F2E3FC7E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DECIDE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CC1FA45-56F9-4E26-90F5-E8CB9908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08770A78-C138-4414-8E73-CD1E1810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parts and time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List each part, quantity, material and dimension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EF75FAE2-2945-439C-89BF-B26B8BA7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Make drawings control production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 related orthographic views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71B2876A-0BF6-4157-B18A-EF70B1BF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Mark from a reliable datum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Align the rule zero with the datum</a:t>
            </a:r>
          </a:p>
        </p:txBody>
      </p:sp>
    </p:spTree>
    <p:extLst>
      <p:ext uri="{BB962C8B-B14F-4D97-AF65-F5344CB8AC3E}">
        <p14:creationId xmlns:p14="http://schemas.microsoft.com/office/powerpoint/2010/main" val="73138033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64135641-6D6D-40B6-AF88-58E0463A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A00683D0-A6F1-4823-9EC5-AEBBC6AE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Make drawings control production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7B53DDFF-7032-4002-B0B5-03F6646F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 related orthographic views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55182AC-9F56-4419-9671-535D93DA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authorised 1:10 scale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5F57BF0-CC08-4CF5-A0B5-2788DCE2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Write dimensions in millimetres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A3DCB6C1-837D-4326-B39C-D94416A3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Check every view against the approved design</a:t>
            </a:r>
          </a:p>
        </p:txBody>
      </p:sp>
    </p:spTree>
    <p:extLst>
      <p:ext uri="{BB962C8B-B14F-4D97-AF65-F5344CB8AC3E}">
        <p14:creationId xmlns:p14="http://schemas.microsoft.com/office/powerpoint/2010/main" val="159984959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4F2C4DC-DA1A-49F8-A99C-5C6F0D16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256FDCC-66C6-40D6-83DA-5F1C7823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evidence before committing to a decision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E402547-1390-4B42-9353-7FE3ACE2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14462C4-1309-4274-AC31-FB1F60D5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76F463FE-0949-4E8F-81F5-A8D44743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BD3881D8-3C4A-4F46-8102-3815338C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OBSERVE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24A3E8D-5E18-4B11-BA35-B381228E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CHECK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0FD39088-8A87-4DB3-B5DF-E832453F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BE1DA11A-B9F8-4548-B0CC-CE94121D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Compare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Cross-check the drawing and cutting list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5654AE80-6622-4D94-94B6-DA9CD260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authorised 1:10 scale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7CB784E-1F10-4E80-911D-B67A4030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Record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View the scale directly to avoid parallax</a:t>
            </a:r>
          </a:p>
        </p:txBody>
      </p:sp>
    </p:spTree>
    <p:extLst>
      <p:ext uri="{BB962C8B-B14F-4D97-AF65-F5344CB8AC3E}">
        <p14:creationId xmlns:p14="http://schemas.microsoft.com/office/powerpoint/2010/main" val="18405000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75AAA5B2-C01B-447E-898E-18CA224E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AA507315-AA88-4AC4-AF29-DC0454CF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 parts and time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571C8B7C-22C6-4F7C-84D3-0929C75E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List each part, quantity, material and dimension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E04426F-5491-4A9F-AB48-8C4BBC76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Cross-check the drawing and cutting list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08093EE-2A42-4209-8A61-F30AA602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Sequence dependent stages realistically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FAB061D-DD52-4B05-B737-7F3BB11E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milestones and contingency time</a:t>
            </a:r>
          </a:p>
        </p:txBody>
      </p:sp>
    </p:spTree>
    <p:extLst>
      <p:ext uri="{BB962C8B-B14F-4D97-AF65-F5344CB8AC3E}">
        <p14:creationId xmlns:p14="http://schemas.microsoft.com/office/powerpoint/2010/main" val="5359271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2235C89-9738-4755-8FDA-E77AAEB0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8B22E54-F6DA-47E7-A87E-253D7914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Mark from a reliable datum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7C746A1F-96B1-4E54-9EC0-D44929B9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349047A-C691-4DF4-A0E9-4675BF97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5C1B384A-7189-481A-8587-DEE65E86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E49A804C-3639-4BBD-8931-EE2D8EC9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PREPARE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557D9FE-CAA7-43A6-8C84-5D7DB006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CHECK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9D539B54-B6FF-487A-A0D4-DF8AD1AD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RECORD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0F7066E5-C68E-4347-A96B-59B75DBB6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During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Mark orientation and the waste side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8673DD7C-A813-458A-959D-4DEA457A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Before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Align the rule zero with the datum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33B5EBC9-EFC9-49BA-BFCF-A8F980F5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After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Compare matching parts before cutting</a:t>
            </a:r>
          </a:p>
        </p:txBody>
      </p:sp>
    </p:spTree>
    <p:extLst>
      <p:ext uri="{BB962C8B-B14F-4D97-AF65-F5344CB8AC3E}">
        <p14:creationId xmlns:p14="http://schemas.microsoft.com/office/powerpoint/2010/main" val="3504409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1BF34342-2584-4B1C-8311-9EBE9D6F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A6220D88-A153-4A77-B325-83A56B41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Save evidence that shows your own decisions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7634A320-5E4B-4D15-8B29-7740F5BE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Approved drawing set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0EC1560-0E4E-4109-99BA-93F84974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Checked cutting list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289737C-8E25-4900-BBFE-86DD5BF2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Production schedule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B0B90AB-6B1A-4019-BCE0-2F4353FF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Datum-based mark-out check</a:t>
            </a:r>
          </a:p>
        </p:txBody>
      </p:sp>
    </p:spTree>
    <p:extLst>
      <p:ext uri="{BB962C8B-B14F-4D97-AF65-F5344CB8AC3E}">
        <p14:creationId xmlns:p14="http://schemas.microsoft.com/office/powerpoint/2010/main" val="120631080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5022C8E-AD61-4A8E-9AA5-BB7AB4F2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Return to the module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9A667BD-6E05-4D2B-B757-03521D08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 the knowledge checks.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Write your guided response.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Save the mapped folio evidence.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E2571BF-6957-4B3C-8D56-B8C711D1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 STEP</a:t>
            </a:r>
          </a:p>
        </p:txBody>
      </p:sp>
    </p:spTree>
    <p:extLst>
      <p:ext uri="{BB962C8B-B14F-4D97-AF65-F5344CB8AC3E}">
        <p14:creationId xmlns:p14="http://schemas.microsoft.com/office/powerpoint/2010/main" val="9539417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2026-08-11T16:16:41.2880000Z</dcterms:created>
  <dcterms:modified xsi:type="dcterms:W3CDTF">2026-08-11T16:16:41.2880000Z</dcterms:modified>
</coreProperties>
</file>