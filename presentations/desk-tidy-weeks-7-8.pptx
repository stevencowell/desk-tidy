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91fe9d29044dc8" /><Relationship Type="http://schemas.openxmlformats.org/officeDocument/2006/relationships/extended-properties" Target="/docProps/app.xml" Id="R57ec46a082af4ca6" /><Relationship Type="http://schemas.openxmlformats.org/officeDocument/2006/relationships/officeDocument" Target="/ppt/presentation.xml" Id="Rb3202207b9ed42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a1bdfdbac34276"/>
  </p:sldMasterIdLst>
  <p:notesMasterIdLst>
    <p:notesMasterId xmlns:r="http://schemas.openxmlformats.org/officeDocument/2006/relationships" r:id="R503857b063e64aa1"/>
  </p:notesMasterIdLst>
  <p:sldIdLst>
    <p:sldId xmlns:r="http://schemas.openxmlformats.org/officeDocument/2006/relationships" id="256" r:id="Ra53cc454af2b452e"/>
    <p:sldId xmlns:r="http://schemas.openxmlformats.org/officeDocument/2006/relationships" id="257" r:id="R56a6bc8b873842b2"/>
    <p:sldId xmlns:r="http://schemas.openxmlformats.org/officeDocument/2006/relationships" id="258" r:id="R756ee17359784f69"/>
    <p:sldId xmlns:r="http://schemas.openxmlformats.org/officeDocument/2006/relationships" id="259" r:id="Rc9b7fe126a484bd4"/>
    <p:sldId xmlns:r="http://schemas.openxmlformats.org/officeDocument/2006/relationships" id="260" r:id="R77aface94ca94b31"/>
    <p:sldId xmlns:r="http://schemas.openxmlformats.org/officeDocument/2006/relationships" id="261" r:id="Rad4543a425d34b5b"/>
    <p:sldId xmlns:r="http://schemas.openxmlformats.org/officeDocument/2006/relationships" id="262" r:id="R444f57a983dc4322"/>
    <p:sldId xmlns:r="http://schemas.openxmlformats.org/officeDocument/2006/relationships" id="263" r:id="R6bfccfd684e345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62a763af6e4fbe" /><Relationship Type="http://schemas.openxmlformats.org/officeDocument/2006/relationships/slideMaster" Target="/ppt/slideMasters/slideMaster1.xml" Id="R45a1bdfdbac34276" /><Relationship Type="http://schemas.openxmlformats.org/officeDocument/2006/relationships/notesMaster" Target="/ppt/notesMasters/notesMaster1.xml" Id="R503857b063e64aa1" /><Relationship Type="http://schemas.openxmlformats.org/officeDocument/2006/relationships/presProps" Target="/ppt/presProps.xml" Id="Rea0314ab76f94bf1" /><Relationship Type="http://schemas.openxmlformats.org/officeDocument/2006/relationships/tableStyles" Target="/ppt/tableStyles.xml" Id="R558bb08fed514980" /><Relationship Type="http://schemas.openxmlformats.org/officeDocument/2006/relationships/slide" Target="/ppt/slides/slide1.xml" Id="Ra53cc454af2b452e" /><Relationship Type="http://schemas.openxmlformats.org/officeDocument/2006/relationships/slide" Target="/ppt/slides/slide2.xml" Id="R56a6bc8b873842b2" /><Relationship Type="http://schemas.openxmlformats.org/officeDocument/2006/relationships/slide" Target="/ppt/slides/slide3.xml" Id="R756ee17359784f69" /><Relationship Type="http://schemas.openxmlformats.org/officeDocument/2006/relationships/slide" Target="/ppt/slides/slide4.xml" Id="Rc9b7fe126a484bd4" /><Relationship Type="http://schemas.openxmlformats.org/officeDocument/2006/relationships/slide" Target="/ppt/slides/slide5.xml" Id="R77aface94ca94b31" /><Relationship Type="http://schemas.openxmlformats.org/officeDocument/2006/relationships/slide" Target="/ppt/slides/slide6.xml" Id="Rad4543a425d34b5b" /><Relationship Type="http://schemas.openxmlformats.org/officeDocument/2006/relationships/slide" Target="/ppt/slides/slide7.xml" Id="R444f57a983dc4322" /><Relationship Type="http://schemas.openxmlformats.org/officeDocument/2006/relationships/slide" Target="/ppt/slides/slide8.xml" Id="R6bfccfd684e345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61d8469d654b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ab178f770e453b" /><Relationship Type="http://schemas.openxmlformats.org/officeDocument/2006/relationships/notesMaster" Target="/ppt/notesMasters/notesMaster1.xml" Id="R8cf53fe26a9f4a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02a26bc267454f" /><Relationship Type="http://schemas.openxmlformats.org/officeDocument/2006/relationships/notesMaster" Target="/ppt/notesMasters/notesMaster1.xml" Id="R54c42b2b558143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bd0c00667a4a93" /><Relationship Type="http://schemas.openxmlformats.org/officeDocument/2006/relationships/notesMaster" Target="/ppt/notesMasters/notesMaster1.xml" Id="Ra9610babc9084a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c68b60042047b7" /><Relationship Type="http://schemas.openxmlformats.org/officeDocument/2006/relationships/notesMaster" Target="/ppt/notesMasters/notesMaster1.xml" Id="Rc3c3069b5ac846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3ba76f9c8a424c" /><Relationship Type="http://schemas.openxmlformats.org/officeDocument/2006/relationships/notesMaster" Target="/ppt/notesMasters/notesMaster1.xml" Id="R6fcd6be467d646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899058df8646cf" /><Relationship Type="http://schemas.openxmlformats.org/officeDocument/2006/relationships/notesMaster" Target="/ppt/notesMasters/notesMaster1.xml" Id="R5bf0f5ea277446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273956a31c4118" /><Relationship Type="http://schemas.openxmlformats.org/officeDocument/2006/relationships/notesMaster" Target="/ppt/notesMasters/notesMaster1.xml" Id="R642070716efa40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9861eaa17941da" /><Relationship Type="http://schemas.openxmlformats.org/officeDocument/2006/relationships/notesMaster" Target="/ppt/notesMasters/notesMaster1.xml" Id="R8e06b949ec6248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weeks7-8/index.html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weeks7-8/index.html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weeks7-8/index.html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weeks7-8/index.html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weeks7-8/index.html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weeks7-8/index.html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weeks7-8/index.html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weeks7-8/index.html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f7ba771db4c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9aacab49b144b3" /><Relationship Type="http://schemas.openxmlformats.org/officeDocument/2006/relationships/slideLayout" Target="/ppt/slideLayouts/slideLayout1.xml" Id="Rf54afaba2f3b41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4afaba2f3b41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957e0365143c0" /><Relationship Type="http://schemas.openxmlformats.org/officeDocument/2006/relationships/notesSlide" Target="/ppt/notesSlides/notesSlide1.xml" Id="Ra10882e2a9a049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8634786384796" /><Relationship Type="http://schemas.openxmlformats.org/officeDocument/2006/relationships/notesSlide" Target="/ppt/notesSlides/notesSlide2.xml" Id="R5eb883d4335c4f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6a88942cf4ad5" /><Relationship Type="http://schemas.openxmlformats.org/officeDocument/2006/relationships/notesSlide" Target="/ppt/notesSlides/notesSlide3.xml" Id="R37083ee6e5b64c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fc2d7163e4c82" /><Relationship Type="http://schemas.openxmlformats.org/officeDocument/2006/relationships/notesSlide" Target="/ppt/notesSlides/notesSlide4.xml" Id="Rf1b9087be3744c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966aa345d4027" /><Relationship Type="http://schemas.openxmlformats.org/officeDocument/2006/relationships/notesSlide" Target="/ppt/notesSlides/notesSlide5.xml" Id="Reee5609bec3043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e5046bf8c4c9b" /><Relationship Type="http://schemas.openxmlformats.org/officeDocument/2006/relationships/notesSlide" Target="/ppt/notesSlides/notesSlide6.xml" Id="R300fababc0f54d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2aef9e2284d29" /><Relationship Type="http://schemas.openxmlformats.org/officeDocument/2006/relationships/notesSlide" Target="/ppt/notesSlides/notesSlide7.xml" Id="Radb27e8c3a864c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2892960e14068" /><Relationship Type="http://schemas.openxmlformats.org/officeDocument/2006/relationships/notesSlide" Target="/ppt/notesSlides/notesSlide8.xml" Id="R3843a77a60114e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08508FA-8B07-48DA-B7C8-FE144A8A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Produce and assemble safely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4A2B1C1-37FB-40DF-AEFC-4880B63B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FBC781B-DABF-4B1F-9E39-1B1D7AEF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DESK TIDY · Weeks 7–8</a:t>
            </a:r>
          </a:p>
        </p:txBody>
      </p:sp>
    </p:spTree>
    <p:extLst>
      <p:ext uri="{BB962C8B-B14F-4D97-AF65-F5344CB8AC3E}">
        <p14:creationId xmlns:p14="http://schemas.microsoft.com/office/powerpoint/2010/main" val="17687810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AF1C8C4-E5AD-4740-9D00-06018185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0B5DBAF-3095-4071-869E-B07CDD37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Weeks 7–8: three connected learning sections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DB82C42-D1EE-4C2F-88ED-1BA1C8BF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CCB60D8-5738-4F23-9BF6-90E0DC2A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279DF5D-CE46-4325-81E0-6AC899D6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4A527B4-C0B5-47D1-AD66-97A5C12C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D31392D-E529-4A16-A19C-7342119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79B6BDB-A94E-493C-BA45-DDC9B352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8CD6CF5-2ED3-4F99-B07C-661E3534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joints for purpose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butt, rebate and dowel relationships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1E7DBFE-0DB7-48C6-8B95-576954B0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Cut and shape with control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Secure work in the demonstrated setup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D8745F0-CAAD-4C60-9934-C5CFB772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Dry fit before glue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order, fit, square and clamp access</a:t>
            </a:r>
          </a:p>
        </p:txBody>
      </p:sp>
    </p:spTree>
    <p:extLst>
      <p:ext uri="{BB962C8B-B14F-4D97-AF65-F5344CB8AC3E}">
        <p14:creationId xmlns:p14="http://schemas.microsoft.com/office/powerpoint/2010/main" val="7651937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08BAE4F-0958-4642-8D48-07AE584D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8ECA808-C327-44F9-9295-D01971DD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Cut and shape with control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A31A7C36-6010-4F94-8911-6B1BAD3A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Secure work in the demonstrated setup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F18583D-14E1-4CEB-AD2F-5FC80627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Cut on the waste side of the line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C7A39D9-8F93-4CB2-ACBE-02055DA9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Refine gradually and check often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E168D81-EECA-43E5-9713-503F4E14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 when a tool binds or a cut wanders</a:t>
            </a:r>
          </a:p>
        </p:txBody>
      </p:sp>
    </p:spTree>
    <p:extLst>
      <p:ext uri="{BB962C8B-B14F-4D97-AF65-F5344CB8AC3E}">
        <p14:creationId xmlns:p14="http://schemas.microsoft.com/office/powerpoint/2010/main" val="12278423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043931D-9F2F-4BDF-96A4-4535B6C9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2783CD8-3D0C-4954-B76F-BC9C7FFF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evidence before committing to a decision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F8E6CD1-9170-4C92-92D7-6BC6CA4B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697475C-2D7C-4C57-BEBA-A2ABF3D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0D34AC1-8983-4022-9C90-6CA4F0CB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5CAE694-4FF0-4E53-B454-244A6949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54860B0-96C7-4294-8A2C-FF93A2E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5719210-C236-4F39-AA6A-2394F1D1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B320EBC-7CBF-4370-9AF6-13F5C41F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Consider alignment, fit and appearance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C89AE1-8437-4EB9-9406-840A6801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Cut on the waste side of the line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3FB28D8-5682-488E-B886-51E3BB33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Resolve gaps and misalignment first</a:t>
            </a:r>
          </a:p>
        </p:txBody>
      </p:sp>
    </p:spTree>
    <p:extLst>
      <p:ext uri="{BB962C8B-B14F-4D97-AF65-F5344CB8AC3E}">
        <p14:creationId xmlns:p14="http://schemas.microsoft.com/office/powerpoint/2010/main" val="11069392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94C18BF-A3F7-48DF-95C5-5322BCA9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33417E2-380F-4649-B4A4-C221E13C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joints for purpose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6491A37-7B99-4D5A-9A7B-6B5D2FA3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butt, rebate and dowel relationships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947A3C1-ADA5-4D6C-B0DE-7A818C91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Consider alignment, fit and appearance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AC9B470-0786-49DD-ADE4-53F6DDDF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approved drawing and teacher direction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EFDF80B-84C2-4E73-960E-165CE6DF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fit before committing the project parts</a:t>
            </a:r>
          </a:p>
        </p:txBody>
      </p:sp>
    </p:spTree>
    <p:extLst>
      <p:ext uri="{BB962C8B-B14F-4D97-AF65-F5344CB8AC3E}">
        <p14:creationId xmlns:p14="http://schemas.microsoft.com/office/powerpoint/2010/main" val="3048471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25A06F4-E29E-49C8-B3CE-131F15BF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92CEC7D-064D-43E5-A36A-E5EAAE4C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Dry fit before glue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B534680-B7F3-4E12-B466-9DAA783C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5CF19EE-44DE-4940-BD4D-AC6D220B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30E1E8D-24DC-4005-AEB8-CA903422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37B28CF-E526-49D2-8C85-D0E7DDEB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1B1D021-C9EA-4D79-86A4-5FEB65A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C826225-1403-4814-BA59-40C25AFB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CAD4C09-8FD5-4A85-8CF5-ACDB053B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During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Apply PVA only as demonstrated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CFEE5A5-3CFE-48A5-B633-AC3EBC14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Before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order, fit, square and clamp access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0188185-69FD-49DF-AAE1-B10C7F92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After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assembly and surface-preparation evidence</a:t>
            </a:r>
          </a:p>
        </p:txBody>
      </p:sp>
    </p:spTree>
    <p:extLst>
      <p:ext uri="{BB962C8B-B14F-4D97-AF65-F5344CB8AC3E}">
        <p14:creationId xmlns:p14="http://schemas.microsoft.com/office/powerpoint/2010/main" val="4067022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9FADFF7-CB7B-44A0-B1E3-9B1D7EB4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E4275D-FFEB-4DAC-B096-866C4EF9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evidence that shows your own decisions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E177322-2C20-46DF-B4E2-EC73DD69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Controlled cutting check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10F9B10-B7A5-4D13-813F-01F570D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Joint-choice justification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2F1579E-CA94-4674-9BF9-435DF2AE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Approved dry fit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97B7E8E-A2FF-4094-8234-ECC11AC2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Assembly and quality photographs</a:t>
            </a:r>
          </a:p>
        </p:txBody>
      </p:sp>
    </p:spTree>
    <p:extLst>
      <p:ext uri="{BB962C8B-B14F-4D97-AF65-F5344CB8AC3E}">
        <p14:creationId xmlns:p14="http://schemas.microsoft.com/office/powerpoint/2010/main" val="9660007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FB65A6E-5CCA-4690-9F8C-FAEAC5D7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to the module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3778D86-9AA8-4F9C-9A11-A6529DD4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the knowledge checks.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 your guided response.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the mapped folio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61D0F6B-2EFF-41BD-9319-CDE5B562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506303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2026-08-11T16:16:41.9420000Z</dcterms:created>
  <dcterms:modified xsi:type="dcterms:W3CDTF">2026-08-11T16:16:41.9420000Z</dcterms:modified>
</coreProperties>
</file>