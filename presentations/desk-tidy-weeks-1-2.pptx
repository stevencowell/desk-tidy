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34c09babe0442fe" /><Relationship Type="http://schemas.openxmlformats.org/officeDocument/2006/relationships/extended-properties" Target="/docProps/app.xml" Id="R147d5bb88a0649cf" /><Relationship Type="http://schemas.openxmlformats.org/officeDocument/2006/relationships/officeDocument" Target="/ppt/presentation.xml" Id="R13f07bde78e44e7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63fca5365974a28"/>
  </p:sldMasterIdLst>
  <p:notesMasterIdLst>
    <p:notesMasterId xmlns:r="http://schemas.openxmlformats.org/officeDocument/2006/relationships" r:id="Rf1d761783fb44a6b"/>
  </p:notesMasterIdLst>
  <p:sldIdLst>
    <p:sldId xmlns:r="http://schemas.openxmlformats.org/officeDocument/2006/relationships" id="256" r:id="R21f69b19211b428c"/>
    <p:sldId xmlns:r="http://schemas.openxmlformats.org/officeDocument/2006/relationships" id="257" r:id="R15f0332d957143bc"/>
    <p:sldId xmlns:r="http://schemas.openxmlformats.org/officeDocument/2006/relationships" id="258" r:id="R7980321319d545b4"/>
    <p:sldId xmlns:r="http://schemas.openxmlformats.org/officeDocument/2006/relationships" id="259" r:id="Rf9bb6cb967224ef7"/>
    <p:sldId xmlns:r="http://schemas.openxmlformats.org/officeDocument/2006/relationships" id="260" r:id="R13697f1be73e4c00"/>
    <p:sldId xmlns:r="http://schemas.openxmlformats.org/officeDocument/2006/relationships" id="261" r:id="Rf6fd27e6cbc54919"/>
    <p:sldId xmlns:r="http://schemas.openxmlformats.org/officeDocument/2006/relationships" id="262" r:id="Rcd16aa54ed6447b7"/>
    <p:sldId xmlns:r="http://schemas.openxmlformats.org/officeDocument/2006/relationships" id="263" r:id="R9465674621d9499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9dd439ad229477f" /><Relationship Type="http://schemas.openxmlformats.org/officeDocument/2006/relationships/slideMaster" Target="/ppt/slideMasters/slideMaster1.xml" Id="Rf63fca5365974a28" /><Relationship Type="http://schemas.openxmlformats.org/officeDocument/2006/relationships/notesMaster" Target="/ppt/notesMasters/notesMaster1.xml" Id="Rf1d761783fb44a6b" /><Relationship Type="http://schemas.openxmlformats.org/officeDocument/2006/relationships/presProps" Target="/ppt/presProps.xml" Id="R9f9bbf8d93b94f18" /><Relationship Type="http://schemas.openxmlformats.org/officeDocument/2006/relationships/tableStyles" Target="/ppt/tableStyles.xml" Id="Re9077ce1778043e9" /><Relationship Type="http://schemas.openxmlformats.org/officeDocument/2006/relationships/slide" Target="/ppt/slides/slide1.xml" Id="R21f69b19211b428c" /><Relationship Type="http://schemas.openxmlformats.org/officeDocument/2006/relationships/slide" Target="/ppt/slides/slide2.xml" Id="R15f0332d957143bc" /><Relationship Type="http://schemas.openxmlformats.org/officeDocument/2006/relationships/slide" Target="/ppt/slides/slide3.xml" Id="R7980321319d545b4" /><Relationship Type="http://schemas.openxmlformats.org/officeDocument/2006/relationships/slide" Target="/ppt/slides/slide4.xml" Id="Rf9bb6cb967224ef7" /><Relationship Type="http://schemas.openxmlformats.org/officeDocument/2006/relationships/slide" Target="/ppt/slides/slide5.xml" Id="R13697f1be73e4c00" /><Relationship Type="http://schemas.openxmlformats.org/officeDocument/2006/relationships/slide" Target="/ppt/slides/slide6.xml" Id="Rf6fd27e6cbc54919" /><Relationship Type="http://schemas.openxmlformats.org/officeDocument/2006/relationships/slide" Target="/ppt/slides/slide7.xml" Id="Rcd16aa54ed6447b7" /><Relationship Type="http://schemas.openxmlformats.org/officeDocument/2006/relationships/slide" Target="/ppt/slides/slide8.xml" Id="R9465674621d9499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aced4fac2404bf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4a2ef310aee4232" /><Relationship Type="http://schemas.openxmlformats.org/officeDocument/2006/relationships/notesMaster" Target="/ppt/notesMasters/notesMaster1.xml" Id="R76b8cb2fd495443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f01ecbe5d8f49a9" /><Relationship Type="http://schemas.openxmlformats.org/officeDocument/2006/relationships/notesMaster" Target="/ppt/notesMasters/notesMaster1.xml" Id="Rf888cfd5da0a436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cf0c1c1afb44919" /><Relationship Type="http://schemas.openxmlformats.org/officeDocument/2006/relationships/notesMaster" Target="/ppt/notesMasters/notesMaster1.xml" Id="Raeb6e2374a3340f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e37ccf8ca3e4b04" /><Relationship Type="http://schemas.openxmlformats.org/officeDocument/2006/relationships/notesMaster" Target="/ppt/notesMasters/notesMaster1.xml" Id="R109058f9b27e42b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e6488ea70f04114" /><Relationship Type="http://schemas.openxmlformats.org/officeDocument/2006/relationships/notesMaster" Target="/ppt/notesMasters/notesMaster1.xml" Id="Rb1c20ee8a10a4ae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46bf6f6bd804bee" /><Relationship Type="http://schemas.openxmlformats.org/officeDocument/2006/relationships/notesMaster" Target="/ppt/notesMasters/notesMaster1.xml" Id="R00a036f91a3a41c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a0496dba63641d2" /><Relationship Type="http://schemas.openxmlformats.org/officeDocument/2006/relationships/notesMaster" Target="/ppt/notesMasters/notesMaster1.xml" Id="R2fdacb4291684e5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11421a170de4282" /><Relationship Type="http://schemas.openxmlformats.org/officeDocument/2006/relationships/notesMaster" Target="/ppt/notesMasters/notesMaster1.xml" Id="Rcce567a130fc445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course theory: weeks1-2/index.html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course theory: weeks1-2/index.html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course theory: weeks1-2/index.html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course theory: weeks1-2/index.html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course theory: weeks1-2/index.html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course theory: weeks1-2/index.html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course theory: weeks1-2/index.html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course theory: weeks1-2/index.html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75874c44584f8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bce3aa015bd4d6f" /><Relationship Type="http://schemas.openxmlformats.org/officeDocument/2006/relationships/slideLayout" Target="/ppt/slideLayouts/slideLayout1.xml" Id="Rf16c681ae9f5437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16c681ae9f5437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c017bd86e74d1a" /><Relationship Type="http://schemas.openxmlformats.org/officeDocument/2006/relationships/notesSlide" Target="/ppt/notesSlides/notesSlide1.xml" Id="Reb5766ca2c7e48b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4f5eee530142c5" /><Relationship Type="http://schemas.openxmlformats.org/officeDocument/2006/relationships/notesSlide" Target="/ppt/notesSlides/notesSlide2.xml" Id="Rca60bb6ad176490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595e16547f428c" /><Relationship Type="http://schemas.openxmlformats.org/officeDocument/2006/relationships/notesSlide" Target="/ppt/notesSlides/notesSlide3.xml" Id="Redbb5dd6fc7546d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ee4629564041d8" /><Relationship Type="http://schemas.openxmlformats.org/officeDocument/2006/relationships/notesSlide" Target="/ppt/notesSlides/notesSlide4.xml" Id="R5e77d51f18484ec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ca1602cb344dfa" /><Relationship Type="http://schemas.openxmlformats.org/officeDocument/2006/relationships/notesSlide" Target="/ppt/notesSlides/notesSlide5.xml" Id="R8360ca495e184bd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2de9ec07f44bec" /><Relationship Type="http://schemas.openxmlformats.org/officeDocument/2006/relationships/notesSlide" Target="/ppt/notesSlides/notesSlide6.xml" Id="Rd85c52d26c5b4e1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e8af0e2a1c4552" /><Relationship Type="http://schemas.openxmlformats.org/officeDocument/2006/relationships/notesSlide" Target="/ppt/notesSlides/notesSlide7.xml" Id="R5f14a40e5ad64cd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74d86a83434a99" /><Relationship Type="http://schemas.openxmlformats.org/officeDocument/2006/relationships/notesSlide" Target="/ppt/notesSlides/notesSlide8.xml" Id="R9bb085336cce4f4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1B4AE411-F9B7-40C1-95A6-EFB5A398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Brief, safety and materials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5DF9AAC8-8087-4CFE-AAFA-BF446210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Read the theory, check your understanding and save your own evidence.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9B62F67D-37CE-4D67-A50E-91C62081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DESK TIDY · Weeks 1–2</a:t>
            </a:r>
          </a:p>
        </p:txBody>
      </p:sp>
    </p:spTree>
    <p:extLst>
      <p:ext uri="{BB962C8B-B14F-4D97-AF65-F5344CB8AC3E}">
        <p14:creationId xmlns:p14="http://schemas.microsoft.com/office/powerpoint/2010/main" val="172878157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D16595B7-F5B3-45CC-A1D0-60A5F8F4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A5C0B864-CE5F-40EB-BFB1-124C7F82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Weeks 1–2: three connected learning sections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80EBB6E6-D29B-4511-A6D6-6E24B45A6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77EECBE0-D327-4135-9672-CA69C10CF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AC21CEC6-5855-4BE0-ABD8-07F84669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55F5CC1A-B730-48DE-B337-081BD18AF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LEARN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CC4FDA11-53DB-407A-BDEC-FBE50DB65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DECIDE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740F3AC6-594B-429C-81EE-E57F9069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EVIDENCE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2DCFFC81-D22B-4BC1-B1F8-6DFA7626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Control hazards before work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Separate hazard from risk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B6ACFAD4-DA68-47CD-BF12-9531E07E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Design for a real workspace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Identify the user and their items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78B5E93A-F297-48EF-AAD3-C5B7DD87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Choose materials with evidence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Compare pine and MDF samples</a:t>
            </a:r>
          </a:p>
        </p:txBody>
      </p:sp>
    </p:spTree>
    <p:extLst>
      <p:ext uri="{BB962C8B-B14F-4D97-AF65-F5344CB8AC3E}">
        <p14:creationId xmlns:p14="http://schemas.microsoft.com/office/powerpoint/2010/main" val="59323455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8B2A920B-A121-4C29-8AD9-4B493140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252F3A05-9EBE-45C1-B219-F9A8DDB84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Design for a real workspace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B3B5522B-4811-4958-BA5B-70E2FFB73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Identify the user and their items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5A010513-2588-46B2-9A08-569104F0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Turn needs into measurable criteria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081A3EC2-FEC1-461B-AE89-5FDACA8FF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Test storage, access, stability and desk fit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E3D79959-7930-4CBE-A084-FA4E4180C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Keep room for an original solution</a:t>
            </a:r>
          </a:p>
        </p:txBody>
      </p:sp>
    </p:spTree>
    <p:extLst>
      <p:ext uri="{BB962C8B-B14F-4D97-AF65-F5344CB8AC3E}">
        <p14:creationId xmlns:p14="http://schemas.microsoft.com/office/powerpoint/2010/main" val="80344930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6B078C44-14AA-48A4-A5F1-EC8BBB16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DDA065D4-4C79-4E5B-96CF-0A428EF12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Use evidence before committing to a decision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CB8329C4-AC4D-48CF-B627-84A375326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2BC3E00B-0457-4BA3-B55D-A589DCDA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6E9ACF0A-CE3E-42C3-B7C9-B61142D78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6E71B14A-A610-486F-B74D-69334CE0B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OBSERVE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44E73360-ED41-4AE3-9474-1BE306AE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CHECK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6E21EB1A-F8DD-4B0D-A6A7-032E794FE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ACT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64F29560-52C2-4511-8FC1-AAABF957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Compare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Choose stronger controls before PPE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3CAB6260-4966-4846-A976-124725E23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Read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Turn needs into measurable criteria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25A797A7-58D5-4050-BDF5-3121335E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Record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Observe grain, surface and edge behaviour</a:t>
            </a:r>
          </a:p>
        </p:txBody>
      </p:sp>
    </p:spTree>
    <p:extLst>
      <p:ext uri="{BB962C8B-B14F-4D97-AF65-F5344CB8AC3E}">
        <p14:creationId xmlns:p14="http://schemas.microsoft.com/office/powerpoint/2010/main" val="79143277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04438865-7489-48C2-8699-B582E481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65E6E568-2A5A-4AC2-A37E-A11C9C08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Control hazards before work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1F3651F5-E7CE-4B5A-BABC-64F9FB616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Separate hazard from risk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0B69F6AD-12EB-4C3E-91C6-0362468E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Choose stronger controls before PPE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894D7850-A6B2-4408-8BD6-376BFCA8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Stop and report faults or uncertainty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311B82AE-5CBD-4093-AE6F-D5E6E584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Use only demonstrated, authorised processes</a:t>
            </a:r>
          </a:p>
        </p:txBody>
      </p:sp>
    </p:spTree>
    <p:extLst>
      <p:ext uri="{BB962C8B-B14F-4D97-AF65-F5344CB8AC3E}">
        <p14:creationId xmlns:p14="http://schemas.microsoft.com/office/powerpoint/2010/main" val="23434191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470E4CBD-8D62-4D1D-9B20-55EBF6D27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3E6A61C8-FA20-4C18-8A82-D49D9EBF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Choose materials with evidence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1E74EF7E-884C-41AF-AD97-B8E18A6F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141F0FA2-B455-4F2C-A2ED-34D2A8A4B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5EAC4B4A-5EB8-4213-97B3-853E48415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AF2E796C-24F4-41C8-877A-B723CF97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PREPARE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E497B4AB-F992-4F71-91E8-000BEA87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CHECK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9880C656-A3E0-4FBA-A3A3-57890DB4A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RECORD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4FD3FD99-AFA0-4A20-B064-75652BCA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During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Match properties to the brief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E14E470D-3EB0-4181-9D87-AB6AC757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Before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Compare pine and MDF samples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376F7259-3952-48F7-92C0-D58059381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After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Plan stock use to reduce avoidable waste</a:t>
            </a:r>
          </a:p>
        </p:txBody>
      </p:sp>
    </p:spTree>
    <p:extLst>
      <p:ext uri="{BB962C8B-B14F-4D97-AF65-F5344CB8AC3E}">
        <p14:creationId xmlns:p14="http://schemas.microsoft.com/office/powerpoint/2010/main" val="19739630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BC763F4E-BCA4-4B07-B025-6FEAA72E5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0D369F46-2FA0-4532-839B-72712112A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Save evidence that shows your own decisions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D2374728-E4B4-470D-AE72-552FDDDDF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User and item profile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745C2A24-1535-4D4F-BEF4-6A9C7804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Three measurable criteria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4AED10BE-E00C-4A46-B1DA-CFFF3691C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Hazard-control explanation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4ECE2ED3-28BC-4F59-BFE2-F9047B67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Material comparison decision</a:t>
            </a:r>
          </a:p>
        </p:txBody>
      </p:sp>
    </p:spTree>
    <p:extLst>
      <p:ext uri="{BB962C8B-B14F-4D97-AF65-F5344CB8AC3E}">
        <p14:creationId xmlns:p14="http://schemas.microsoft.com/office/powerpoint/2010/main" val="192483581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3FB9544D-AF55-480E-ACA9-CBF758DE4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Return to the module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37162B0B-61CF-4E28-975D-100A269EB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Complete the knowledge checks.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Write your guided response.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Save the mapped folio evidence.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14BE888C-8D03-4186-B5D1-4BD3576D6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NEXT STEP</a:t>
            </a:r>
          </a:p>
        </p:txBody>
      </p:sp>
    </p:spTree>
    <p:extLst>
      <p:ext uri="{BB962C8B-B14F-4D97-AF65-F5344CB8AC3E}">
        <p14:creationId xmlns:p14="http://schemas.microsoft.com/office/powerpoint/2010/main" val="5206888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2026-08-11T16:16:39.2800000Z</dcterms:created>
  <dcterms:modified xsi:type="dcterms:W3CDTF">2026-08-11T16:16:39.2800000Z</dcterms:modified>
</coreProperties>
</file>