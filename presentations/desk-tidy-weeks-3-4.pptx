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44d5fb228e4c98" /><Relationship Type="http://schemas.openxmlformats.org/officeDocument/2006/relationships/extended-properties" Target="/docProps/app.xml" Id="Rf67d1986a3354dd9" /><Relationship Type="http://schemas.openxmlformats.org/officeDocument/2006/relationships/officeDocument" Target="/ppt/presentation.xml" Id="Rbd13426cea264a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764807cae433c"/>
  </p:sldMasterIdLst>
  <p:notesMasterIdLst>
    <p:notesMasterId xmlns:r="http://schemas.openxmlformats.org/officeDocument/2006/relationships" r:id="R7e87bcd394d54896"/>
  </p:notesMasterIdLst>
  <p:sldIdLst>
    <p:sldId xmlns:r="http://schemas.openxmlformats.org/officeDocument/2006/relationships" id="256" r:id="Ra9454bce8c5a4f13"/>
    <p:sldId xmlns:r="http://schemas.openxmlformats.org/officeDocument/2006/relationships" id="257" r:id="R84b2545176d8445d"/>
    <p:sldId xmlns:r="http://schemas.openxmlformats.org/officeDocument/2006/relationships" id="258" r:id="R2408fc4a30a14886"/>
    <p:sldId xmlns:r="http://schemas.openxmlformats.org/officeDocument/2006/relationships" id="259" r:id="Ra33d546e1e494eeb"/>
    <p:sldId xmlns:r="http://schemas.openxmlformats.org/officeDocument/2006/relationships" id="260" r:id="R008cf5d2be1f4dc1"/>
    <p:sldId xmlns:r="http://schemas.openxmlformats.org/officeDocument/2006/relationships" id="261" r:id="Rb9f89456debb4833"/>
    <p:sldId xmlns:r="http://schemas.openxmlformats.org/officeDocument/2006/relationships" id="262" r:id="R6f6ec80ac9bd40db"/>
    <p:sldId xmlns:r="http://schemas.openxmlformats.org/officeDocument/2006/relationships" id="263" r:id="Re675195b51f94b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2469d9dcfb441b" /><Relationship Type="http://schemas.openxmlformats.org/officeDocument/2006/relationships/slideMaster" Target="/ppt/slideMasters/slideMaster1.xml" Id="R36e764807cae433c" /><Relationship Type="http://schemas.openxmlformats.org/officeDocument/2006/relationships/notesMaster" Target="/ppt/notesMasters/notesMaster1.xml" Id="R7e87bcd394d54896" /><Relationship Type="http://schemas.openxmlformats.org/officeDocument/2006/relationships/presProps" Target="/ppt/presProps.xml" Id="R23733c3ece45472c" /><Relationship Type="http://schemas.openxmlformats.org/officeDocument/2006/relationships/tableStyles" Target="/ppt/tableStyles.xml" Id="R349894d9e0fe4d91" /><Relationship Type="http://schemas.openxmlformats.org/officeDocument/2006/relationships/slide" Target="/ppt/slides/slide1.xml" Id="Ra9454bce8c5a4f13" /><Relationship Type="http://schemas.openxmlformats.org/officeDocument/2006/relationships/slide" Target="/ppt/slides/slide2.xml" Id="R84b2545176d8445d" /><Relationship Type="http://schemas.openxmlformats.org/officeDocument/2006/relationships/slide" Target="/ppt/slides/slide3.xml" Id="R2408fc4a30a14886" /><Relationship Type="http://schemas.openxmlformats.org/officeDocument/2006/relationships/slide" Target="/ppt/slides/slide4.xml" Id="Ra33d546e1e494eeb" /><Relationship Type="http://schemas.openxmlformats.org/officeDocument/2006/relationships/slide" Target="/ppt/slides/slide5.xml" Id="R008cf5d2be1f4dc1" /><Relationship Type="http://schemas.openxmlformats.org/officeDocument/2006/relationships/slide" Target="/ppt/slides/slide6.xml" Id="Rb9f89456debb4833" /><Relationship Type="http://schemas.openxmlformats.org/officeDocument/2006/relationships/slide" Target="/ppt/slides/slide7.xml" Id="R6f6ec80ac9bd40db" /><Relationship Type="http://schemas.openxmlformats.org/officeDocument/2006/relationships/slide" Target="/ppt/slides/slide8.xml" Id="Re675195b51f9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5b5da5b67b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006b6d50244850" /><Relationship Type="http://schemas.openxmlformats.org/officeDocument/2006/relationships/notesMaster" Target="/ppt/notesMasters/notesMaster1.xml" Id="Rf229ee35c0d0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cf9c326f1248bc" /><Relationship Type="http://schemas.openxmlformats.org/officeDocument/2006/relationships/notesMaster" Target="/ppt/notesMasters/notesMaster1.xml" Id="R357d1b62b61a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3e8c29f8e446f4" /><Relationship Type="http://schemas.openxmlformats.org/officeDocument/2006/relationships/notesMaster" Target="/ppt/notesMasters/notesMaster1.xml" Id="Re839b6da8a374e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bdbd6f2ec4a00" /><Relationship Type="http://schemas.openxmlformats.org/officeDocument/2006/relationships/notesMaster" Target="/ppt/notesMasters/notesMaster1.xml" Id="R2f4eeb79979b4e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801fdba8be4efc" /><Relationship Type="http://schemas.openxmlformats.org/officeDocument/2006/relationships/notesMaster" Target="/ppt/notesMasters/notesMaster1.xml" Id="R7fad067cfcb144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9063a086dd4f67" /><Relationship Type="http://schemas.openxmlformats.org/officeDocument/2006/relationships/notesMaster" Target="/ppt/notesMasters/notesMaster1.xml" Id="Raa0b0341513649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15517aac494cab" /><Relationship Type="http://schemas.openxmlformats.org/officeDocument/2006/relationships/notesMaster" Target="/ppt/notesMasters/notesMaster1.xml" Id="R1c8320c3417f48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b31fb5b464bc8" /><Relationship Type="http://schemas.openxmlformats.org/officeDocument/2006/relationships/notesMaster" Target="/ppt/notesMasters/notesMaster1.xml" Id="R5c4e0161191b48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weeks3-4/index.html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cea03a013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1b3cc6dda4cdd" /><Relationship Type="http://schemas.openxmlformats.org/officeDocument/2006/relationships/slideLayout" Target="/ppt/slideLayouts/slideLayout1.xml" Id="R9c72df98fc9140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72df98fc9140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d7780ecfd4d08" /><Relationship Type="http://schemas.openxmlformats.org/officeDocument/2006/relationships/notesSlide" Target="/ppt/notesSlides/notesSlide1.xml" Id="R5ab4d039f14949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040f4c5d44903" /><Relationship Type="http://schemas.openxmlformats.org/officeDocument/2006/relationships/notesSlide" Target="/ppt/notesSlides/notesSlide2.xml" Id="R86b3078d9b954b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0e4af848c4c18" /><Relationship Type="http://schemas.openxmlformats.org/officeDocument/2006/relationships/notesSlide" Target="/ppt/notesSlides/notesSlide3.xml" Id="R3209644acf9840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f03115f094452" /><Relationship Type="http://schemas.openxmlformats.org/officeDocument/2006/relationships/notesSlide" Target="/ppt/notesSlides/notesSlide4.xml" Id="Ra7c3ea2e166742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00e1160134e5b" /><Relationship Type="http://schemas.openxmlformats.org/officeDocument/2006/relationships/notesSlide" Target="/ppt/notesSlides/notesSlide5.xml" Id="R0c1a07d8e4ba43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a26c8b4af4145" /><Relationship Type="http://schemas.openxmlformats.org/officeDocument/2006/relationships/notesSlide" Target="/ppt/notesSlides/notesSlide6.xml" Id="R1e63c44cd9d248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af5e9186f4e05" /><Relationship Type="http://schemas.openxmlformats.org/officeDocument/2006/relationships/notesSlide" Target="/ppt/notesSlides/notesSlide7.xml" Id="Rb70392e1711842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60f5775804c11" /><Relationship Type="http://schemas.openxmlformats.org/officeDocument/2006/relationships/notesSlide" Target="/ppt/notesSlides/notesSlide8.xml" Id="R60dce0ee28f84a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8BD3614-518E-40EC-B090-950CCE9F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and develop ideas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371E585-7E10-4FD0-A4E0-FB9A8DBD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80304FA-D231-44A6-B2F5-3EDAAAD5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DESK TIDY · Weeks 3–4</a:t>
            </a:r>
          </a:p>
        </p:txBody>
      </p:sp>
    </p:spTree>
    <p:extLst>
      <p:ext uri="{BB962C8B-B14F-4D97-AF65-F5344CB8AC3E}">
        <p14:creationId xmlns:p14="http://schemas.microsoft.com/office/powerpoint/2010/main" val="3518287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94E4F69-2DF9-461A-B2A1-4BAAA7E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B6E7637-0F6E-45D1-82D0-A049218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3–4: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C7179B8-73BE-400F-9ED8-E2B0FCBA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EC0591E-789D-4838-9595-F825A870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1F82F95-0566-4842-AB0B-55C51FDD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09B4CF6-D3E1-438D-B5CC-4189E3C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1D99F1A-DD59-4CA7-BF7F-FC2FC31F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F4A083B-C450-45D8-868E-858003CE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EC9FE9D-F58D-4E9F-82CB-AE64801C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concepts fairly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same criteria for every option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1C4C5B2-2D63-473E-8AE2-F21AB12E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Research, then create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 useful organiser principles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B75387F-E313-4463-920D-7C69244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 respectfully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the source and context</a:t>
            </a:r>
          </a:p>
        </p:txBody>
      </p:sp>
    </p:spTree>
    <p:extLst>
      <p:ext uri="{BB962C8B-B14F-4D97-AF65-F5344CB8AC3E}">
        <p14:creationId xmlns:p14="http://schemas.microsoft.com/office/powerpoint/2010/main" val="14412604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0CE70E9-08BD-43A7-BFA1-3A8183AA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1942A99-0109-480F-BFE0-E9BC9AA7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Research, then create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8E0197B-E93E-4901-8825-617976B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 useful organiser principles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E15635B-A766-4825-8702-C370ECC8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benefits and limitations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E0FADCF-EB74-4017-9D68-AD490BCF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 four genuinely different concepts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2A68151-6006-4D06-A860-68593E6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Annotate how features answer the brief</a:t>
            </a:r>
          </a:p>
        </p:txBody>
      </p:sp>
    </p:spTree>
    <p:extLst>
      <p:ext uri="{BB962C8B-B14F-4D97-AF65-F5344CB8AC3E}">
        <p14:creationId xmlns:p14="http://schemas.microsoft.com/office/powerpoint/2010/main" val="6789063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D911B81-61B8-4394-A700-4E3281E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C3B53F2-673A-4EF7-9304-4378313F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evidence before committing to a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F701ED3-6E8D-44BC-B3D6-BA81FB6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B9AC11C-45D7-42E2-B727-85E98ED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647EF76-6409-418B-8D1E-DC954FCC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14803BC-74C7-488E-8798-87D6577C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7786EEB-F185-4BAC-9CB4-DAB0C60C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0F341D9-A0EA-43A8-A4AD-29E0D4BB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DF92B9A-DB2E-4806-9980-397447B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 scores with evidence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054EFBB-A404-404D-8E6D-89C51450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benefits and limitations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D3E9D9F-3250-4E3C-BAC2-DF715485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 not copy restricted cultural material</a:t>
            </a:r>
          </a:p>
        </p:txBody>
      </p:sp>
    </p:spTree>
    <p:extLst>
      <p:ext uri="{BB962C8B-B14F-4D97-AF65-F5344CB8AC3E}">
        <p14:creationId xmlns:p14="http://schemas.microsoft.com/office/powerpoint/2010/main" val="5210559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5D0AF3C-184D-4704-8F29-32F7D35F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C0EE0F9-B100-43FE-8515-22774BF7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concepts fairly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7313CD3-7B93-43DF-AE3E-862D587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same criteria for every option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9B3F12F-CF70-4146-85C1-BF9BB999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 scores with evidence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211B851-C18F-486F-98D3-9E4CC8C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 trade-offs and weaknesses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E973B96-FCC6-4128-ABEB-564C623C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feedback and approved changes</a:t>
            </a:r>
          </a:p>
        </p:txBody>
      </p:sp>
    </p:spTree>
    <p:extLst>
      <p:ext uri="{BB962C8B-B14F-4D97-AF65-F5344CB8AC3E}">
        <p14:creationId xmlns:p14="http://schemas.microsoft.com/office/powerpoint/2010/main" val="5517906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09B53ED-78CD-4744-9A72-DBB37C53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1B98F55-1ED7-47A5-9F48-528C25B4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 respectfully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662FF09-6CF7-4708-88B7-9AAD1474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CAE8D6F-B8DD-4E81-A84D-48ECCF6D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C47704B-3898-4CED-81EA-B153A646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6E4B319-6498-470C-86BF-0F91A87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FEFF4F2-37D2-4737-9FE7-37027BC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F8521C9-4BB3-4AC5-BE0C-7C2873D0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4292D0-321D-46D2-BD0C-95399ED5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Seek guidance when permission is unclear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623A282-B104-4477-A37F-88382760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the source and context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047CE4D-36F3-4E58-BFD4-9945D66D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After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 an original alternative when needed</a:t>
            </a:r>
          </a:p>
        </p:txBody>
      </p:sp>
    </p:spTree>
    <p:extLst>
      <p:ext uri="{BB962C8B-B14F-4D97-AF65-F5344CB8AC3E}">
        <p14:creationId xmlns:p14="http://schemas.microsoft.com/office/powerpoint/2010/main" val="14416793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D82E4B4-075C-4722-897A-2979351B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09563D6-211A-4799-AC5E-221D205B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decisions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C6F6244-322D-4928-B4E9-D3CC53A8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observations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A145064-2AF8-4A21-9AF9-8EF5F4B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annotated concepts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E82D297-A842-4EA7-81FB-64F737F5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matrix and justification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AAC3ACD-8BEA-4C7B-8EC3-0F8D91F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Respectful source reflection</a:t>
            </a:r>
          </a:p>
        </p:txBody>
      </p:sp>
    </p:spTree>
    <p:extLst>
      <p:ext uri="{BB962C8B-B14F-4D97-AF65-F5344CB8AC3E}">
        <p14:creationId xmlns:p14="http://schemas.microsoft.com/office/powerpoint/2010/main" val="1649822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D4164BD-88D9-4710-A5EF-964C8FF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F521E41-7B2C-40C7-B728-FE9F9FB1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the knowledge checks.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guided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the mapped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B3B468C-B819-496C-BDD8-CC72D7F0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379161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2026-08-11T16:16:40.5080000Z</dcterms:created>
  <dcterms:modified xsi:type="dcterms:W3CDTF">2026-08-11T16:16:40.5080000Z</dcterms:modified>
</coreProperties>
</file>