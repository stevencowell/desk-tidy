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f1206a4734e28" /><Relationship Type="http://schemas.openxmlformats.org/officeDocument/2006/relationships/extended-properties" Target="/docProps/app.xml" Id="Rdb74512135884db2" /><Relationship Type="http://schemas.openxmlformats.org/officeDocument/2006/relationships/officeDocument" Target="/ppt/presentation.xml" Id="R9e97dae271cf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cb9d75b2d468a"/>
  </p:sldMasterIdLst>
  <p:notesMasterIdLst>
    <p:notesMasterId xmlns:r="http://schemas.openxmlformats.org/officeDocument/2006/relationships" r:id="R0c28633c848e4b2c"/>
  </p:notesMasterIdLst>
  <p:sldIdLst>
    <p:sldId xmlns:r="http://schemas.openxmlformats.org/officeDocument/2006/relationships" id="256" r:id="Rf90342a8d71b40a9"/>
    <p:sldId xmlns:r="http://schemas.openxmlformats.org/officeDocument/2006/relationships" id="257" r:id="R51a405cc64da461c"/>
    <p:sldId xmlns:r="http://schemas.openxmlformats.org/officeDocument/2006/relationships" id="258" r:id="R37a1f1b264aa4cb1"/>
    <p:sldId xmlns:r="http://schemas.openxmlformats.org/officeDocument/2006/relationships" id="259" r:id="R4e9e88e5dbb44aa3"/>
    <p:sldId xmlns:r="http://schemas.openxmlformats.org/officeDocument/2006/relationships" id="260" r:id="R174aa484b2fc458b"/>
    <p:sldId xmlns:r="http://schemas.openxmlformats.org/officeDocument/2006/relationships" id="261" r:id="R976eeb0bda984e42"/>
    <p:sldId xmlns:r="http://schemas.openxmlformats.org/officeDocument/2006/relationships" id="262" r:id="R2b812af3a1b74afa"/>
    <p:sldId xmlns:r="http://schemas.openxmlformats.org/officeDocument/2006/relationships" id="263" r:id="Re929c36c79624e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104df572e4b7f" /><Relationship Type="http://schemas.openxmlformats.org/officeDocument/2006/relationships/slideMaster" Target="/ppt/slideMasters/slideMaster1.xml" Id="R2d5cb9d75b2d468a" /><Relationship Type="http://schemas.openxmlformats.org/officeDocument/2006/relationships/notesMaster" Target="/ppt/notesMasters/notesMaster1.xml" Id="R0c28633c848e4b2c" /><Relationship Type="http://schemas.openxmlformats.org/officeDocument/2006/relationships/presProps" Target="/ppt/presProps.xml" Id="R4d3424037fab4cb1" /><Relationship Type="http://schemas.openxmlformats.org/officeDocument/2006/relationships/tableStyles" Target="/ppt/tableStyles.xml" Id="Re022ebcbf31b4417" /><Relationship Type="http://schemas.openxmlformats.org/officeDocument/2006/relationships/slide" Target="/ppt/slides/slide1.xml" Id="Rf90342a8d71b40a9" /><Relationship Type="http://schemas.openxmlformats.org/officeDocument/2006/relationships/slide" Target="/ppt/slides/slide2.xml" Id="R51a405cc64da461c" /><Relationship Type="http://schemas.openxmlformats.org/officeDocument/2006/relationships/slide" Target="/ppt/slides/slide3.xml" Id="R37a1f1b264aa4cb1" /><Relationship Type="http://schemas.openxmlformats.org/officeDocument/2006/relationships/slide" Target="/ppt/slides/slide4.xml" Id="R4e9e88e5dbb44aa3" /><Relationship Type="http://schemas.openxmlformats.org/officeDocument/2006/relationships/slide" Target="/ppt/slides/slide5.xml" Id="R174aa484b2fc458b" /><Relationship Type="http://schemas.openxmlformats.org/officeDocument/2006/relationships/slide" Target="/ppt/slides/slide6.xml" Id="R976eeb0bda984e42" /><Relationship Type="http://schemas.openxmlformats.org/officeDocument/2006/relationships/slide" Target="/ppt/slides/slide7.xml" Id="R2b812af3a1b74afa" /><Relationship Type="http://schemas.openxmlformats.org/officeDocument/2006/relationships/slide" Target="/ppt/slides/slide8.xml" Id="Re929c36c79624e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257e3a452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7bc8a7e8a4f5c" /><Relationship Type="http://schemas.openxmlformats.org/officeDocument/2006/relationships/notesMaster" Target="/ppt/notesMasters/notesMaster1.xml" Id="R42fb42f931d3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2a270db89d42f5" /><Relationship Type="http://schemas.openxmlformats.org/officeDocument/2006/relationships/notesMaster" Target="/ppt/notesMasters/notesMaster1.xml" Id="R09ffe499a2b3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1ed04c8e224ea5" /><Relationship Type="http://schemas.openxmlformats.org/officeDocument/2006/relationships/notesMaster" Target="/ppt/notesMasters/notesMaster1.xml" Id="R5e8bdfa1ee6f49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07bf9ada7d4939" /><Relationship Type="http://schemas.openxmlformats.org/officeDocument/2006/relationships/notesMaster" Target="/ppt/notesMasters/notesMaster1.xml" Id="R6ed1b8a25917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7b32283c0c4b3d" /><Relationship Type="http://schemas.openxmlformats.org/officeDocument/2006/relationships/notesMaster" Target="/ppt/notesMasters/notesMaster1.xml" Id="Rdd5007194c39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b5a0249d724cdc" /><Relationship Type="http://schemas.openxmlformats.org/officeDocument/2006/relationships/notesMaster" Target="/ppt/notesMasters/notesMaster1.xml" Id="Re655d147fd3b4f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da77266ef94555" /><Relationship Type="http://schemas.openxmlformats.org/officeDocument/2006/relationships/notesMaster" Target="/ppt/notesMasters/notesMaster1.xml" Id="R97faeeac6e2647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d86195d3c4471e" /><Relationship Type="http://schemas.openxmlformats.org/officeDocument/2006/relationships/notesMaster" Target="/ppt/notesMasters/notesMaster1.xml" Id="Ref947f268601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theory: weeks9-10/index.html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df6265e30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a7cf66ce9a4b1c" /><Relationship Type="http://schemas.openxmlformats.org/officeDocument/2006/relationships/slideLayout" Target="/ppt/slideLayouts/slideLayout1.xml" Id="R6aafbc40346f42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afbc40346f42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66241d634c07" /><Relationship Type="http://schemas.openxmlformats.org/officeDocument/2006/relationships/notesSlide" Target="/ppt/notesSlides/notesSlide1.xml" Id="Rc6409df4c7e34b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47a7873ce41ef" /><Relationship Type="http://schemas.openxmlformats.org/officeDocument/2006/relationships/notesSlide" Target="/ppt/notesSlides/notesSlide2.xml" Id="R65f94ad312dd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8aa94009744d7" /><Relationship Type="http://schemas.openxmlformats.org/officeDocument/2006/relationships/notesSlide" Target="/ppt/notesSlides/notesSlide3.xml" Id="R10ac142435fd4b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2d24569ad422a" /><Relationship Type="http://schemas.openxmlformats.org/officeDocument/2006/relationships/notesSlide" Target="/ppt/notesSlides/notesSlide4.xml" Id="Re1697ba5469649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e9dba41414193" /><Relationship Type="http://schemas.openxmlformats.org/officeDocument/2006/relationships/notesSlide" Target="/ppt/notesSlides/notesSlide5.xml" Id="R5d6b2d5a37df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45c129f534ae7" /><Relationship Type="http://schemas.openxmlformats.org/officeDocument/2006/relationships/notesSlide" Target="/ppt/notesSlides/notesSlide6.xml" Id="Rf4507bbf628e45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f05fbe2364c37" /><Relationship Type="http://schemas.openxmlformats.org/officeDocument/2006/relationships/notesSlide" Target="/ppt/notesSlides/notesSlide7.xml" Id="R30c532122f704d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0a41ee7304061" /><Relationship Type="http://schemas.openxmlformats.org/officeDocument/2006/relationships/notesSlide" Target="/ppt/notesSlides/notesSlide8.xml" Id="R52b89f033bf34f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48C376D-2DF7-4C2C-991B-FBA588B2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Finish, test and evaluate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2A7EA09-2BA9-478B-9E4A-5B9F181E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DEF68DB-317F-43E8-BC62-F111847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DESK TIDY · Weeks 9–10</a:t>
            </a:r>
          </a:p>
        </p:txBody>
      </p:sp>
    </p:spTree>
    <p:extLst>
      <p:ext uri="{BB962C8B-B14F-4D97-AF65-F5344CB8AC3E}">
        <p14:creationId xmlns:p14="http://schemas.microsoft.com/office/powerpoint/2010/main" val="1470234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756B1FA-7A1D-4307-849F-3770FFBA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C14CFBB-E869-403D-BF0A-054AAF8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9–10: three connected learning sections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B8A13B4-1C8D-49DD-B553-8C53570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F346834-81E6-4EEF-A5E0-C0857F6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B530C1C-D6C5-4A86-AC7C-4488028C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A76F952-E5CB-416D-9F4F-CF81BE9C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5DB4BE2-3BA5-4F62-B879-65BB192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2FC2527-A99C-4D73-A2D3-DF7422FE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4D0BE0F-2CB0-4102-83B1-5B8AF91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the real function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intended stationery and desk space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71F302E-A3E0-4D80-9237-F255965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 before clear finishing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scratches, glue and dust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6C5C620-5608-4B30-B886-B3FEAF7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Evaluate with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State the criterion and test result</a:t>
            </a:r>
          </a:p>
        </p:txBody>
      </p:sp>
    </p:spTree>
    <p:extLst>
      <p:ext uri="{BB962C8B-B14F-4D97-AF65-F5344CB8AC3E}">
        <p14:creationId xmlns:p14="http://schemas.microsoft.com/office/powerpoint/2010/main" val="3401934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85DB7BA-37D4-46E2-A5FA-C90E9FBE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854F0D5-C1DA-4849-A738-AAAA53B4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 before clear finishing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B083755-F165-45E7-AA65-C549A02E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scratches, glue and dust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C5B7417-32C1-4496-8BF8-C3F8EF47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Follow the approved grit sequence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AA0B632-F3EC-4DD1-B2CB-3C0C5B5A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one authorised coat as demonstrated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7BE99A5-3F47-400A-B983-4FCC5AE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the work while it dries and cures</a:t>
            </a:r>
          </a:p>
        </p:txBody>
      </p:sp>
    </p:spTree>
    <p:extLst>
      <p:ext uri="{BB962C8B-B14F-4D97-AF65-F5344CB8AC3E}">
        <p14:creationId xmlns:p14="http://schemas.microsoft.com/office/powerpoint/2010/main" val="13511060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2C413CB-7B27-4212-93EA-B04BD744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ABE5BE3-0BAA-431C-A62C-FE53B865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evidence before committing to a decision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8B20AB6-219F-4F9F-A1CF-62369B17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FC35B68-BF71-4184-A55E-165222B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545679B-B86C-441E-90A6-2B4F96B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33B9029-E5A8-45A6-A1CB-37281FB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019D939-4A4A-40F4-809F-2FFC2A4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7D3B7AC-E89D-45E3-9033-1CEA2582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6EED4FC-AF00-4108-A574-F2AFFD0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access, capacity and stability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2563862-7AF0-41D5-A277-F3E52FD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Follow the approved grit sequence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9A9FBB8-DB82-47D9-BA25-ABEB2F71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Judge successes, faults and trade-offs</a:t>
            </a:r>
          </a:p>
        </p:txBody>
      </p:sp>
    </p:spTree>
    <p:extLst>
      <p:ext uri="{BB962C8B-B14F-4D97-AF65-F5344CB8AC3E}">
        <p14:creationId xmlns:p14="http://schemas.microsoft.com/office/powerpoint/2010/main" val="7386953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B5A70A6-3483-4191-A201-1EE7440D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4AA719D-54F9-42BF-8446-EFEF9D23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the real function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A7B21D1-C52D-4F78-8F5D-70A66AC3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intended stationery and desk space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3CB5C0B-7A87-40D6-9B49-FA68DBB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access, capacity and stability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F165775-8410-46F7-8AFD-C43D5ECC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edges, joints and workmanship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79F2442-49F7-4288-ACA2-D5BE047A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observations instead of vague opinions</a:t>
            </a:r>
          </a:p>
        </p:txBody>
      </p:sp>
    </p:spTree>
    <p:extLst>
      <p:ext uri="{BB962C8B-B14F-4D97-AF65-F5344CB8AC3E}">
        <p14:creationId xmlns:p14="http://schemas.microsoft.com/office/powerpoint/2010/main" val="1048586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9DC957A-5071-44A3-B7AF-ADD0C13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CBC7BF5-85ED-4FB1-8D46-5964998C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Evaluate with evidence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9174077-BEF8-4EB8-9A5C-191A5D29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996CD5D-9AEA-4651-83D5-8BE7BF19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0FFE621-9414-422A-9452-5CC5852A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3A9300B-E825-4D91-9B08-2A8F083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084C663-E5A9-42B6-B923-9651653B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268C034-08B5-494F-BEE1-7F32BED5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AEA4024-5D55-4865-AF2E-F50A5EB7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Suggest a realistic evidence-based improvement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7E2394-FB78-465E-91BF-39340308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State the criterion and test result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F36C49C-4A88-4ABD-A0B0-92DD062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After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Reflect on learning and the next skill step</a:t>
            </a:r>
          </a:p>
        </p:txBody>
      </p:sp>
    </p:spTree>
    <p:extLst>
      <p:ext uri="{BB962C8B-B14F-4D97-AF65-F5344CB8AC3E}">
        <p14:creationId xmlns:p14="http://schemas.microsoft.com/office/powerpoint/2010/main" val="1705074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C999FB4-DDE1-4A99-844A-BAC774AB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F60CB38-021C-482F-88FC-17C3E64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evidence that shows your own decisions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313766A-F4ED-4E70-9E55-7F3C3A7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Finish preparation check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1C00595-D32C-4044-B463-EF088CB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Functional test photographs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23587BD-2466-492B-8E7E-3779EA37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Criteria-linked evaluation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AAAAEB2-7A5F-4618-AEC6-51FB8D9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Honest reflection and improvement</a:t>
            </a:r>
          </a:p>
        </p:txBody>
      </p:sp>
    </p:spTree>
    <p:extLst>
      <p:ext uri="{BB962C8B-B14F-4D97-AF65-F5344CB8AC3E}">
        <p14:creationId xmlns:p14="http://schemas.microsoft.com/office/powerpoint/2010/main" val="8461055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B810A6C-138D-4E0B-B2F7-3D1CB2B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Return to the module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03B3BAB-EC62-419C-9CA9-96A1CD49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the knowledge checks.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your guided response.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Save the mapped folio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5F159C2-9F2B-4463-919D-2FC28267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798200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2026-08-11T16:16:42.5640000Z</dcterms:created>
  <dcterms:modified xsi:type="dcterms:W3CDTF">2026-08-11T16:16:42.5640000Z</dcterms:modified>
</coreProperties>
</file>